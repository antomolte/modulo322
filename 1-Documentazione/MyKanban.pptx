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2"/>
    </p:embeddedFont>
    <p:embeddedFont>
      <p:font typeface="Instrument Sans Semi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29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52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373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MyKanban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Documentazione di progetto —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Nathan Droz, Antonio Molteni, Gregory Benzoni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Scuola D'Arte e Mestieri di Trevano · Classe I2BD · 14.04–03.06.2026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891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Introduzione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444749"/>
            <a:ext cx="2290465" cy="1724099"/>
          </a:xfrm>
          <a:prstGeom prst="roundRect">
            <a:avLst>
              <a:gd name="adj" fmla="val 7400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5865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Il Progetto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1893019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Un'applicazione Kanban sviluppata in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.NET MAUI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 drag and drop, gestione attività e personalizzazione avanzata.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444749"/>
            <a:ext cx="2290539" cy="1724099"/>
          </a:xfrm>
          <a:prstGeom prst="roundRect">
            <a:avLst>
              <a:gd name="adj" fmla="val 7400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5865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1E3063"/>
                </a:solidFill>
                <a:latin typeface="Instrument Sans SemiBold" pitchFamily="34" charset="0"/>
              </a:rPr>
              <a:t>Scopo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1893018"/>
            <a:ext cx="2007022" cy="1185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Poter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gestire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al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meglio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tutte le </a:t>
            </a:r>
            <a:b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attività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da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organizzare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b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classificandole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categorie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310607"/>
            <a:ext cx="4722763" cy="1043657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4523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Requisiti Tecnici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758878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Classi, incapsulamento, eccezioni, JSON, ListView/Picker, più Page, stili, navigazione, ergonomia, accessibility e automation test.</a:t>
            </a:r>
            <a:endParaRPr lang="en-US" sz="11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82CBE54-840E-DA98-4B3E-66D8FFFA0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522" y="4439320"/>
            <a:ext cx="2705478" cy="1190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67754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Analisi — Interviste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1393254"/>
            <a:ext cx="5237411" cy="29459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8312" y="1077292"/>
            <a:ext cx="225459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Cosa vogliono gli utenti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18312" y="1401887"/>
            <a:ext cx="2673028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Intervistati del settore IT: vogliono organizzare lavoro e vita privata in modo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semplice e veloce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18312" y="2112838"/>
            <a:ext cx="2673028" cy="262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Struttura a colonne: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 fare / In corso / Fatte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Schede colorate con titolo, orario e dettagli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Drag and drop, notifiche scadenze, sotto-attività con checkbox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Allegare immagini, video e file; condividere attività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Personalizzazione: colori, tema scuro, modalità daltonici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Multi-piattaforma: iPhone, Mac, Android, Windows + widget</a:t>
            </a:r>
            <a:endParaRPr lang="en-US" sz="10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E0886E1-2B2D-7697-4495-FAF3E9373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215" y="4548104"/>
            <a:ext cx="2705478" cy="1190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50952" y="296314"/>
            <a:ext cx="32420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50" dirty="0" err="1">
                <a:solidFill>
                  <a:srgbClr val="091C53"/>
                </a:solidFill>
                <a:latin typeface="Instrument Sans SemiBold" pitchFamily="34" charset="0"/>
              </a:rPr>
              <a:t>Suddivisione</a:t>
            </a: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2750" dirty="0" err="1">
                <a:solidFill>
                  <a:srgbClr val="091C53"/>
                </a:solidFill>
                <a:latin typeface="Instrument Sans SemiBold" pitchFamily="34" charset="0"/>
              </a:rPr>
              <a:t>lavoro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05783" y="1626791"/>
            <a:ext cx="2290465" cy="1724099"/>
          </a:xfrm>
          <a:prstGeom prst="roundRect">
            <a:avLst>
              <a:gd name="adj" fmla="val 7400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706534" y="17799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</a:rPr>
              <a:t>Gregory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6534" y="2086442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Front-end</a:t>
            </a:r>
          </a:p>
          <a:p>
            <a:pPr marL="171450" marR="0" lvl="0" indent="-17145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Back-end</a:t>
            </a:r>
          </a:p>
          <a:p>
            <a:pPr marR="0" lvl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100" dirty="0">
              <a:solidFill>
                <a:srgbClr val="1E3063"/>
              </a:solidFill>
              <a:latin typeface="Instrument Sans Medium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74575" y="1626792"/>
            <a:ext cx="2290539" cy="1724099"/>
          </a:xfrm>
          <a:prstGeom prst="roundRect">
            <a:avLst>
              <a:gd name="adj" fmla="val 7400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6416334" y="17685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</a:rPr>
              <a:t>Nathan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16334" y="2075061"/>
            <a:ext cx="2007022" cy="1185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82CBE54-840E-DA98-4B3E-66D8FFFA0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522" y="4439320"/>
            <a:ext cx="2705478" cy="1190791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18F53273-4C98-C92B-C517-51294DBD3121}"/>
              </a:ext>
            </a:extLst>
          </p:cNvPr>
          <p:cNvSpPr/>
          <p:nvPr/>
        </p:nvSpPr>
        <p:spPr>
          <a:xfrm>
            <a:off x="3390179" y="1623666"/>
            <a:ext cx="2290465" cy="1724099"/>
          </a:xfrm>
          <a:prstGeom prst="roundRect">
            <a:avLst>
              <a:gd name="adj" fmla="val 7400"/>
            </a:avLst>
          </a:prstGeom>
          <a:solidFill>
            <a:srgbClr val="CEE6FD"/>
          </a:solidFill>
          <a:ln/>
        </p:spPr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11CF8668-B8AF-EE6B-32A2-197F3F3CA15A}"/>
              </a:ext>
            </a:extLst>
          </p:cNvPr>
          <p:cNvSpPr/>
          <p:nvPr/>
        </p:nvSpPr>
        <p:spPr>
          <a:xfrm>
            <a:off x="3590930" y="17768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+mn-ea"/>
                <a:cs typeface="+mn-cs"/>
              </a:rPr>
              <a:t>Antonio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3D8D501-E6BE-C9FA-A0A2-E671DDEA51EF}"/>
              </a:ext>
            </a:extLst>
          </p:cNvPr>
          <p:cNvSpPr/>
          <p:nvPr/>
        </p:nvSpPr>
        <p:spPr>
          <a:xfrm>
            <a:off x="3590930" y="2083317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Front-end</a:t>
            </a:r>
          </a:p>
          <a:p>
            <a:pPr marL="171450" marR="0" lvl="0" indent="-17145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Back-end</a:t>
            </a:r>
          </a:p>
          <a:p>
            <a:pPr marL="171450" marR="0" lvl="0" indent="-17145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</a:rPr>
              <a:t>Gestione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</a:rPr>
              <a:t>ambiente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 di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</a:rPr>
              <a:t>lavoro</a:t>
            </a:r>
            <a:endParaRPr lang="en-US" sz="11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100" dirty="0">
              <a:solidFill>
                <a:srgbClr val="1E3063"/>
              </a:solidFill>
              <a:latin typeface="Instrument Sans Medium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F77D81CB-B645-DD96-E880-A755D89B0173}"/>
              </a:ext>
            </a:extLst>
          </p:cNvPr>
          <p:cNvSpPr/>
          <p:nvPr/>
        </p:nvSpPr>
        <p:spPr>
          <a:xfrm>
            <a:off x="6438522" y="2074923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</a:rPr>
              <a:t>Documentazione</a:t>
            </a:r>
            <a:endParaRPr lang="en-US" sz="11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</a:rPr>
              <a:t>Presentazione</a:t>
            </a:r>
            <a:endParaRPr lang="en-US" sz="11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1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100" dirty="0">
              <a:solidFill>
                <a:srgbClr val="1E3063"/>
              </a:solidFill>
              <a:latin typeface="Instrument Sans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28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74675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Personas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979289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Sulla base delle interviste, abbiamo definito </a:t>
            </a: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 personas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che rappresentano i profili </a:t>
            </a:r>
            <a:r>
              <a:rPr lang="en-US" sz="9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tipici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9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degli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9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utenti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32" y="1287363"/>
            <a:ext cx="865510" cy="8655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4132" y="228853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Esperto di tecnologia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4132" y="2547491"/>
            <a:ext cx="196713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Cliente esperto che cerca efficienza e funzionalità avanzate.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924" y="1287363"/>
            <a:ext cx="865510" cy="865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36924" y="2288530"/>
            <a:ext cx="178303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Organizzato e ambizioso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36924" y="2547491"/>
            <a:ext cx="196721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Vuole migliorare costantemente la propria produttività.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791" y="1287363"/>
            <a:ext cx="865510" cy="8655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9791" y="228853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Utente generico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39791" y="2547491"/>
            <a:ext cx="196721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Necessita di un'interfaccia semplice e intuitiva per tutti.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658" y="1287363"/>
            <a:ext cx="865510" cy="8655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658" y="228853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Multi-piattaforma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742658" y="2547491"/>
            <a:ext cx="196721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Esige disponibilità su tutti i dispositivi e sistemi operativi.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132" y="3136627"/>
            <a:ext cx="865510" cy="86551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4132" y="413779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Molti impegni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34132" y="4396755"/>
            <a:ext cx="196713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 organizzare svariati impegni quotidiani.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6924" y="3136627"/>
            <a:ext cx="865510" cy="86551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536924" y="413779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Personalizzazione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2536924" y="4396755"/>
            <a:ext cx="196721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Vuole personalizzare colori, tema scuro e font dell'app.</a:t>
            </a:r>
            <a:endParaRPr lang="en-US" sz="950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A0D87963-F75E-8C35-662C-EE2A4FF0F5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524" y="4137794"/>
            <a:ext cx="2705478" cy="1190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49672"/>
            <a:ext cx="3750990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Requisiti — Priorità Alta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45219" y="925264"/>
            <a:ext cx="8253487" cy="3868489"/>
          </a:xfrm>
          <a:prstGeom prst="roundRect">
            <a:avLst>
              <a:gd name="adj" fmla="val 278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9982" y="930027"/>
            <a:ext cx="8243962" cy="3068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9714" y="995288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61356" y="995288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74975" y="995288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02289" y="995288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Sotto-requisiti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9982" y="1236911"/>
            <a:ext cx="8243962" cy="3068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9714" y="1302172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61356" y="1302172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Creazione account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74975" y="1302172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Fondamentale per l'uso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2289" y="1302172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Nome, cognome, password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982" y="1543794"/>
            <a:ext cx="8243962" cy="3068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9714" y="1609055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61356" y="1609055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Creazione attività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74975" y="1609055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Creazione e assegnazione nel calendario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02289" y="1609055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Personalizzazione attività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9982" y="1850678"/>
            <a:ext cx="8243962" cy="3068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69714" y="1915939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61356" y="1915939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Allegazione file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74975" y="1915939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Dipende da Req-003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02289" y="1915939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Foto, documenti, video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9982" y="2157561"/>
            <a:ext cx="8243962" cy="3068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69714" y="2222822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61356" y="2222822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Sotto-attività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74975" y="2222822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Dipende da Req-003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02289" y="2222822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Checkbox, liste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9982" y="2464445"/>
            <a:ext cx="8243962" cy="483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69714" y="2529706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61356" y="2529706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Colonne attività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74975" y="2529706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Organizzazione in colonne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02289" y="2529706"/>
            <a:ext cx="15720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Creazione colonna, sistemazione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9982" y="2947690"/>
            <a:ext cx="8243962" cy="3068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69714" y="3012951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61356" y="3012951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Modifica attività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74975" y="3012951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Modifica libera delle attività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02289" y="3012951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9982" y="3254573"/>
            <a:ext cx="8243962" cy="3068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69714" y="3319835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561356" y="3319835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Eliminazione attività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74975" y="3319835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Eliminazione attività esistenti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02289" y="3319835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9982" y="3561457"/>
            <a:ext cx="8243962" cy="3068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69714" y="3626718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561356" y="3626718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Font e testo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74975" y="3626718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Personalizzazione font e testo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02289" y="3626718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49982" y="3868341"/>
            <a:ext cx="8243962" cy="3068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69714" y="3933602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61356" y="3933602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Notifiche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74975" y="3933602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Suono ed estetica personalizzabili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02289" y="3933602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49982" y="4175224"/>
            <a:ext cx="8243962" cy="3068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69714" y="4240485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561356" y="4240485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Palette colori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74975" y="4240485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Selezione palette predefinita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02289" y="4240485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49982" y="4482108"/>
            <a:ext cx="8243962" cy="3068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69714" y="4547369"/>
            <a:ext cx="120491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561356" y="4547369"/>
            <a:ext cx="202689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Tema scuro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74975" y="4547369"/>
            <a:ext cx="384058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Switch chiaro/scuro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02289" y="4547369"/>
            <a:ext cx="20292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pic>
        <p:nvPicPr>
          <p:cNvPr id="65" name="Immagine 64">
            <a:extLst>
              <a:ext uri="{FF2B5EF4-FFF2-40B4-BE49-F238E27FC236}">
                <a16:creationId xmlns:a16="http://schemas.microsoft.com/office/drawing/2014/main" id="{A25A7FF0-82F2-C2DB-379C-917E241B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924" y="4857796"/>
            <a:ext cx="1087268" cy="478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51086"/>
            <a:ext cx="5114330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Requisiti — Priorità Media &amp; Bassa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643" y="912391"/>
            <a:ext cx="8100640" cy="3880024"/>
          </a:xfrm>
          <a:prstGeom prst="roundRect">
            <a:avLst>
              <a:gd name="adj" fmla="val 272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6405" y="917153"/>
            <a:ext cx="8091115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3979" y="980182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17241" y="980182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97225" y="980182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57268" y="980182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Sotto-requisiti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6405" y="1214884"/>
            <a:ext cx="8091115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3979" y="1277913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17241" y="1277913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Riconoscimento biometrico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97225" y="1277913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Facciale o impronta digitale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57268" y="1277913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Scansione viso/impronta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6405" y="1512615"/>
            <a:ext cx="8091115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3979" y="1575643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17241" y="1575643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Modalità daltonismo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97225" y="1575643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Richiede login account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57268" y="1575643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Maschera di login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6405" y="1810345"/>
            <a:ext cx="8091115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3979" y="1873374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17241" y="1873374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Personalizzazione font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97225" y="1873374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Scelta font libera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57268" y="1873374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Grandezza, tipologia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6405" y="2108076"/>
            <a:ext cx="8091115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3979" y="2171105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17241" y="2171105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Assistenza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97225" y="2171105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Supporto in caso di bisogno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57268" y="2171105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6405" y="2405807"/>
            <a:ext cx="8091115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3979" y="2468835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17241" y="2468835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Drag and Drop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97225" y="2468835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Attivabile e disattivabile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57268" y="2468835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6405" y="2703537"/>
            <a:ext cx="8091115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3979" y="2766566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17241" y="2766566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Blocco app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97225" y="2766566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Blocco su richiesta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57268" y="2766566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6405" y="3001268"/>
            <a:ext cx="8091115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3979" y="3064297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Req-019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17241" y="3064297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Impostazioni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97225" y="3064297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 box per preferenze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57268" y="3064297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6405" y="3298999"/>
            <a:ext cx="8091115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3979" y="3362027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Req-020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617241" y="3362027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Schermata iniziale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97225" y="3362027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Pagina di accesso all'app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57268" y="3362027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6405" y="3596729"/>
            <a:ext cx="8091115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3979" y="3659758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Req-021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617241" y="3659758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% completamento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97225" y="3659758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Percentuale attività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57268" y="3659758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6405" y="3894460"/>
            <a:ext cx="8091115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3979" y="3957489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Req-022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617241" y="3957489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Programma giornaliero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97225" y="3957489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Visualizzazione attività del giorno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57268" y="3957489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6405" y="4192191"/>
            <a:ext cx="8091115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43979" y="4255219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Req-023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617241" y="4255219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Giorno corrente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97225" y="4255219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Evidenziato nella home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57268" y="4255219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26405" y="4489921"/>
            <a:ext cx="8091115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43979" y="4552950"/>
            <a:ext cx="11909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Req-024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617241" y="4552950"/>
            <a:ext cx="19977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Tutte le attività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397225" y="4552950"/>
            <a:ext cx="37777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Visualizzazione completa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957268" y="4552950"/>
            <a:ext cx="200010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900" dirty="0"/>
          </a:p>
        </p:txBody>
      </p:sp>
      <p:pic>
        <p:nvPicPr>
          <p:cNvPr id="69" name="Immagine 68">
            <a:extLst>
              <a:ext uri="{FF2B5EF4-FFF2-40B4-BE49-F238E27FC236}">
                <a16:creationId xmlns:a16="http://schemas.microsoft.com/office/drawing/2014/main" id="{7951B656-6405-BBF9-AE35-17BECC498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924" y="4857796"/>
            <a:ext cx="1087268" cy="4785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4491"/>
            <a:ext cx="595022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Progettazione — Card Sorting &amp; Wireframe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81360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Card Sorting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7336" y="1133921"/>
            <a:ext cx="47752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Abbiamo utilizzato il Card Sorting per </a:t>
            </a: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ordinare i requisiti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dei clienti e suddividere i compiti in modo ottimale.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533971"/>
            <a:ext cx="4775299" cy="3181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2163" y="1704082"/>
            <a:ext cx="182009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Wireframe &amp; Mockup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72163" y="1956643"/>
            <a:ext cx="2449116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 wireframe ci hanno permesso di </a:t>
            </a: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visualizzare fin da subito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il prodotto finale, basandoci sulle informazioni dell'analisi.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163" y="2509986"/>
            <a:ext cx="2449116" cy="138268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5A421C7-2EA8-7683-C834-EB3AEDF03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924" y="4857796"/>
            <a:ext cx="1087268" cy="4785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79809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Conclusioni</a:t>
            </a:r>
            <a:endParaRPr lang="en-US" sz="2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322" y="955849"/>
            <a:ext cx="4830068" cy="9478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198" y="109857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Risultati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35198" y="1369070"/>
            <a:ext cx="448746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Applicazione Kanban in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.NET MAUI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 drag and drop funzionante. Competenze tecniche e di team migliorate.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322" y="2020044"/>
            <a:ext cx="4830068" cy="9478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5198" y="216277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Sviluppi Futuri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35198" y="2433265"/>
            <a:ext cx="448746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Sincronizzazione online, collaborazione in tempo reale, notifiche avanzate, interfaccia migliorata e maggiore personalizzazione.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322" y="3084240"/>
            <a:ext cx="4830068" cy="9478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5198" y="3226966"/>
            <a:ext cx="186265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Considerazioni Personali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35198" y="3497461"/>
            <a:ext cx="448746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Esperienza preziosa per approfondire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.NET MAUI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risolvere problemi tecnici e crescere professionalmente in team.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449610" y="4163020"/>
            <a:ext cx="4815780" cy="469627"/>
          </a:xfrm>
          <a:prstGeom prst="roundRect">
            <a:avLst>
              <a:gd name="adj" fmla="val 24622"/>
            </a:avLst>
          </a:prstGeom>
          <a:solidFill>
            <a:srgbClr val="B6D6FC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048" y="4344442"/>
            <a:ext cx="160586" cy="12843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7073" y="4299868"/>
            <a:ext cx="47270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Fonti:</a:t>
            </a: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Microsoft Documentation, ChatGPT, Claude, YouTube, Reddit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607</Words>
  <Application>Microsoft Office PowerPoint</Application>
  <PresentationFormat>Presentazione su schermo (16:9)</PresentationFormat>
  <Paragraphs>168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5" baseType="lpstr">
      <vt:lpstr>Arial</vt:lpstr>
      <vt:lpstr>Calibri</vt:lpstr>
      <vt:lpstr>Aptos</vt:lpstr>
      <vt:lpstr>Instrument Sans Medium</vt:lpstr>
      <vt:lpstr>Instrument Sans SemiBold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zny549@cpt.local</cp:lastModifiedBy>
  <cp:revision>4</cp:revision>
  <dcterms:created xsi:type="dcterms:W3CDTF">2026-06-10T10:20:31Z</dcterms:created>
  <dcterms:modified xsi:type="dcterms:W3CDTF">2026-06-10T12:01:21Z</dcterms:modified>
</cp:coreProperties>
</file>